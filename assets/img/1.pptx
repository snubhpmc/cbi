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215995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06E"/>
    <a:srgbClr val="F2AA84"/>
    <a:srgbClr val="156082"/>
    <a:srgbClr val="2D5DA1"/>
    <a:srgbClr val="45B7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786"/>
      </p:cViewPr>
      <p:guideLst>
        <p:guide orient="horz" pos="2160"/>
        <p:guide pos="6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39CA6-F491-43DF-9FB9-1C70F177178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430338" y="1143000"/>
            <a:ext cx="97186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46EE5-AEE5-4021-A659-B73D3CC0AB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34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46EE5-AEE5-4021-A659-B73D3CC0AB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4A306-E1CF-B76D-6462-D28BBC18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9F92EB-E2CC-562A-ABFF-2250ABE96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68C71-36CD-C637-765C-CECF8AA87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A2BAC-A099-E4D9-8750-82D367ACA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46EE5-AEE5-4021-A659-B73D3CC0AB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25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122363"/>
            <a:ext cx="1619964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602038"/>
            <a:ext cx="1619964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4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65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709739"/>
            <a:ext cx="186295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589464"/>
            <a:ext cx="186295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94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825625"/>
            <a:ext cx="9179798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825625"/>
            <a:ext cx="9179798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9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65126"/>
            <a:ext cx="1862959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681163"/>
            <a:ext cx="91376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505075"/>
            <a:ext cx="913761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681163"/>
            <a:ext cx="91826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505075"/>
            <a:ext cx="918261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805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47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9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57200"/>
            <a:ext cx="696640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987426"/>
            <a:ext cx="1093476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057400"/>
            <a:ext cx="696640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24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57200"/>
            <a:ext cx="696640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987426"/>
            <a:ext cx="1093476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057400"/>
            <a:ext cx="696640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037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69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65125"/>
            <a:ext cx="4657398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65125"/>
            <a:ext cx="1370219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74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65126"/>
            <a:ext cx="186295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825625"/>
            <a:ext cx="186295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356351"/>
            <a:ext cx="48598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51673-37F3-4E29-BA9F-187109BB5E8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356351"/>
            <a:ext cx="7289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356351"/>
            <a:ext cx="48598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89CB5-A749-41FC-AEE8-3A41D625E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29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98B68F54-E2F5-F227-0C8F-B57E5F361F79}"/>
              </a:ext>
            </a:extLst>
          </p:cNvPr>
          <p:cNvSpPr/>
          <p:nvPr/>
        </p:nvSpPr>
        <p:spPr>
          <a:xfrm>
            <a:off x="0" y="1013792"/>
            <a:ext cx="21599525" cy="5950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BAFD4D-460A-C43A-444C-B6784AB722FC}"/>
              </a:ext>
            </a:extLst>
          </p:cNvPr>
          <p:cNvSpPr txBox="1"/>
          <p:nvPr/>
        </p:nvSpPr>
        <p:spPr>
          <a:xfrm>
            <a:off x="1544349" y="-73896"/>
            <a:ext cx="4590312" cy="6924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5000" b="1" dirty="0">
                <a:solidFill>
                  <a:srgbClr val="45B7D1"/>
                </a:solidFill>
              </a:rPr>
              <a:t>C</a:t>
            </a:r>
            <a:endParaRPr lang="ko-KR" altLang="en-US" sz="45000" b="1" dirty="0">
              <a:solidFill>
                <a:srgbClr val="78206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00598-FBE4-0A66-BA99-168CEFA66255}"/>
              </a:ext>
            </a:extLst>
          </p:cNvPr>
          <p:cNvSpPr txBox="1"/>
          <p:nvPr/>
        </p:nvSpPr>
        <p:spPr>
          <a:xfrm>
            <a:off x="11904381" y="-33487"/>
            <a:ext cx="4314944" cy="6924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5000" b="1" dirty="0">
                <a:solidFill>
                  <a:srgbClr val="78206E"/>
                </a:solidFill>
              </a:rPr>
              <a:t>L</a:t>
            </a:r>
            <a:endParaRPr lang="ko-KR" altLang="en-US" sz="45000" b="1" dirty="0">
              <a:solidFill>
                <a:srgbClr val="78206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4C9306-ED6A-325D-2396-CBFB369C5F8C}"/>
              </a:ext>
            </a:extLst>
          </p:cNvPr>
          <p:cNvSpPr txBox="1"/>
          <p:nvPr/>
        </p:nvSpPr>
        <p:spPr>
          <a:xfrm>
            <a:off x="5363357" y="-73896"/>
            <a:ext cx="3953884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45000" b="1" dirty="0">
                <a:solidFill>
                  <a:srgbClr val="2D5DA1"/>
                </a:solidFill>
              </a:rPr>
              <a:t>B</a:t>
            </a:r>
            <a:endParaRPr lang="ko-KR" altLang="en-US" sz="4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B3597-D024-F8F4-1B7D-0451E72C05D0}"/>
              </a:ext>
            </a:extLst>
          </p:cNvPr>
          <p:cNvSpPr txBox="1"/>
          <p:nvPr/>
        </p:nvSpPr>
        <p:spPr>
          <a:xfrm>
            <a:off x="8529267" y="-73896"/>
            <a:ext cx="3250890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45000" b="1" dirty="0">
                <a:solidFill>
                  <a:srgbClr val="F2AA84"/>
                </a:solidFill>
              </a:rPr>
              <a:t>R</a:t>
            </a:r>
            <a:endParaRPr lang="ko-KR" altLang="en-US" sz="4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70B67-32EF-7A0D-04F8-D0AC84C45E97}"/>
              </a:ext>
            </a:extLst>
          </p:cNvPr>
          <p:cNvSpPr txBox="1"/>
          <p:nvPr/>
        </p:nvSpPr>
        <p:spPr>
          <a:xfrm>
            <a:off x="6342423" y="649408"/>
            <a:ext cx="4541462" cy="420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@ </a:t>
            </a:r>
            <a:r>
              <a:rPr lang="en-US" altLang="ko-KR" sz="2400" dirty="0" err="1"/>
              <a:t>SejoonLee</a:t>
            </a:r>
            <a:r>
              <a:rPr lang="en-US" altLang="ko-KR" sz="2400" dirty="0"/>
              <a:t> | SHUBH PMC</a:t>
            </a: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51116B67-CAC5-FCA8-9A02-65833FA2424B}"/>
              </a:ext>
            </a:extLst>
          </p:cNvPr>
          <p:cNvSpPr/>
          <p:nvPr/>
        </p:nvSpPr>
        <p:spPr>
          <a:xfrm>
            <a:off x="988281" y="5472506"/>
            <a:ext cx="13808730" cy="37170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5608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 dirty="0">
              <a:latin typeface="Aptos" panose="020B0004020202020204" pitchFamily="34" charset="0"/>
            </a:endParaRPr>
          </a:p>
        </p:txBody>
      </p:sp>
      <p:sp>
        <p:nvSpPr>
          <p:cNvPr id="18" name="화살표: 갈매기형 수장 17">
            <a:extLst>
              <a:ext uri="{FF2B5EF4-FFF2-40B4-BE49-F238E27FC236}">
                <a16:creationId xmlns:a16="http://schemas.microsoft.com/office/drawing/2014/main" id="{E0500AAD-5E88-D473-3696-E49FCB94ACF1}"/>
              </a:ext>
            </a:extLst>
          </p:cNvPr>
          <p:cNvSpPr/>
          <p:nvPr/>
        </p:nvSpPr>
        <p:spPr>
          <a:xfrm>
            <a:off x="14727348" y="5471385"/>
            <a:ext cx="1763649" cy="372823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0BB6109B-C57B-5CE5-21A8-989A6C70F4ED}"/>
              </a:ext>
            </a:extLst>
          </p:cNvPr>
          <p:cNvSpPr/>
          <p:nvPr/>
        </p:nvSpPr>
        <p:spPr>
          <a:xfrm>
            <a:off x="16454046" y="5478914"/>
            <a:ext cx="5614602" cy="372823"/>
          </a:xfrm>
          <a:prstGeom prst="chevron">
            <a:avLst/>
          </a:prstGeom>
          <a:gradFill flip="none" rotWithShape="1">
            <a:gsLst>
              <a:gs pos="0">
                <a:srgbClr val="156082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A78C798-A5EB-57B2-05FC-42FD9529B556}"/>
              </a:ext>
            </a:extLst>
          </p:cNvPr>
          <p:cNvGrpSpPr/>
          <p:nvPr/>
        </p:nvGrpSpPr>
        <p:grpSpPr>
          <a:xfrm>
            <a:off x="15302735" y="5128215"/>
            <a:ext cx="760246" cy="908194"/>
            <a:chOff x="7812823" y="6484044"/>
            <a:chExt cx="690604" cy="82499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8E17B31-32F2-129B-32DA-5E69B99E081C}"/>
                </a:ext>
              </a:extLst>
            </p:cNvPr>
            <p:cNvGrpSpPr/>
            <p:nvPr/>
          </p:nvGrpSpPr>
          <p:grpSpPr>
            <a:xfrm>
              <a:off x="7812823" y="6624979"/>
              <a:ext cx="690604" cy="684064"/>
              <a:chOff x="922489" y="3726118"/>
              <a:chExt cx="690604" cy="684064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A989C1EC-82C9-E3B1-AC97-80BFDE9C3726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B5C3C939-D46E-903D-AF39-44E3F43752FE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7A4616D7-0FDC-B26F-4BA0-67D5AD70F3C3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9EDB222-EDA2-F0C9-3FB9-EC2D14768894}"/>
                </a:ext>
              </a:extLst>
            </p:cNvPr>
            <p:cNvGrpSpPr/>
            <p:nvPr/>
          </p:nvGrpSpPr>
          <p:grpSpPr>
            <a:xfrm>
              <a:off x="8068987" y="6484044"/>
              <a:ext cx="395612" cy="326683"/>
              <a:chOff x="1267791" y="3734416"/>
              <a:chExt cx="395612" cy="326683"/>
            </a:xfrm>
          </p:grpSpPr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980EC263-3CEC-8A41-D975-559B5EF32245}"/>
                  </a:ext>
                </a:extLst>
              </p:cNvPr>
              <p:cNvCxnSpPr>
                <a:cxnSpLocks/>
                <a:endCxn id="2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4A0EA8C9-0A21-AE70-4F77-4A166EE1621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25" name="평행 사변형 24">
                  <a:extLst>
                    <a:ext uri="{FF2B5EF4-FFF2-40B4-BE49-F238E27FC236}">
                      <a16:creationId xmlns:a16="http://schemas.microsoft.com/office/drawing/2014/main" id="{35E14F3A-9EDA-E85E-549D-BE0D5A7360D0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26" name="평행 사변형 25">
                  <a:extLst>
                    <a:ext uri="{FF2B5EF4-FFF2-40B4-BE49-F238E27FC236}">
                      <a16:creationId xmlns:a16="http://schemas.microsoft.com/office/drawing/2014/main" id="{F9DFA060-8556-41D8-FDD9-F4963ADAF61A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6C02B0F-ABAF-A319-0C06-B1F6F2CC6602}"/>
              </a:ext>
            </a:extLst>
          </p:cNvPr>
          <p:cNvGrpSpPr/>
          <p:nvPr/>
        </p:nvGrpSpPr>
        <p:grpSpPr>
          <a:xfrm>
            <a:off x="17379453" y="5231145"/>
            <a:ext cx="760765" cy="811434"/>
            <a:chOff x="9460968" y="6571940"/>
            <a:chExt cx="691076" cy="737103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2CC35FE8-ED3F-71C7-C14A-7D6F0371C45D}"/>
                </a:ext>
              </a:extLst>
            </p:cNvPr>
            <p:cNvGrpSpPr/>
            <p:nvPr/>
          </p:nvGrpSpPr>
          <p:grpSpPr>
            <a:xfrm rot="1939417">
              <a:off x="9460968" y="6624979"/>
              <a:ext cx="690604" cy="684064"/>
              <a:chOff x="922489" y="3726118"/>
              <a:chExt cx="690604" cy="684064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D835BD76-ABBC-5C7C-7C06-C381B6ADFE73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48F1DCB0-7D7B-BA52-A68E-9CFF273E1274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A5F1055-D4E1-92B8-6E90-AB7DA74850F5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FD4ED2B-FA8A-9ACB-A406-279DBE140652}"/>
                </a:ext>
              </a:extLst>
            </p:cNvPr>
            <p:cNvGrpSpPr/>
            <p:nvPr/>
          </p:nvGrpSpPr>
          <p:grpSpPr>
            <a:xfrm>
              <a:off x="9756432" y="6571940"/>
              <a:ext cx="395612" cy="326683"/>
              <a:chOff x="1267791" y="3734416"/>
              <a:chExt cx="395612" cy="326683"/>
            </a:xfrm>
          </p:grpSpPr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1C37C5AE-B4D5-8F09-929B-73D62E5434FD}"/>
                  </a:ext>
                </a:extLst>
              </p:cNvPr>
              <p:cNvCxnSpPr>
                <a:cxnSpLocks/>
                <a:endCxn id="3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864A2E60-A355-3B7E-83F8-4C53859C97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35" name="평행 사변형 34">
                  <a:extLst>
                    <a:ext uri="{FF2B5EF4-FFF2-40B4-BE49-F238E27FC236}">
                      <a16:creationId xmlns:a16="http://schemas.microsoft.com/office/drawing/2014/main" id="{62EB24BC-CD02-7E69-B373-CC3E464C1334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36" name="평행 사변형 35">
                  <a:extLst>
                    <a:ext uri="{FF2B5EF4-FFF2-40B4-BE49-F238E27FC236}">
                      <a16:creationId xmlns:a16="http://schemas.microsoft.com/office/drawing/2014/main" id="{89F864A6-4E59-B915-9BE8-1AE4AC5931E4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BC0F695-FEEB-3ADC-51CD-DBC28F7BD582}"/>
              </a:ext>
            </a:extLst>
          </p:cNvPr>
          <p:cNvGrpSpPr/>
          <p:nvPr/>
        </p:nvGrpSpPr>
        <p:grpSpPr>
          <a:xfrm>
            <a:off x="20705488" y="5289314"/>
            <a:ext cx="813907" cy="753046"/>
            <a:chOff x="13458868" y="6733722"/>
            <a:chExt cx="739349" cy="684064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08711F9A-A204-7C63-771A-A7E4A5C1C2B0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E5BDC558-BF99-C98B-4356-0B752A6CD1A3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6B54C4CA-CE28-71F8-C785-F00EF2357734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A6593248-B229-D5D7-E75F-435A17BAA5D9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F90638E-1A3B-2095-1181-F389D279A30F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03628EEA-A24D-FA6A-B92A-5433C12AE87F}"/>
                  </a:ext>
                </a:extLst>
              </p:cNvPr>
              <p:cNvCxnSpPr>
                <a:cxnSpLocks/>
                <a:endCxn id="4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C7D2EDA7-DD5E-F775-43AC-A52D7B40770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45" name="평행 사변형 44">
                  <a:extLst>
                    <a:ext uri="{FF2B5EF4-FFF2-40B4-BE49-F238E27FC236}">
                      <a16:creationId xmlns:a16="http://schemas.microsoft.com/office/drawing/2014/main" id="{B8BD9603-32C6-DDC8-8276-CF0516E43D7A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46" name="평행 사변형 45">
                  <a:extLst>
                    <a:ext uri="{FF2B5EF4-FFF2-40B4-BE49-F238E27FC236}">
                      <a16:creationId xmlns:a16="http://schemas.microsoft.com/office/drawing/2014/main" id="{9DEB3635-6F43-0F44-BF3C-A31673A28562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F64F8F6-BE93-3D46-1BBA-4B73DD17186D}"/>
              </a:ext>
            </a:extLst>
          </p:cNvPr>
          <p:cNvGrpSpPr/>
          <p:nvPr/>
        </p:nvGrpSpPr>
        <p:grpSpPr>
          <a:xfrm>
            <a:off x="19178394" y="5287772"/>
            <a:ext cx="826848" cy="753046"/>
            <a:chOff x="11300644" y="6656119"/>
            <a:chExt cx="751105" cy="684064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801E1F47-1F36-63DF-3963-A747520D179A}"/>
                </a:ext>
              </a:extLst>
            </p:cNvPr>
            <p:cNvGrpSpPr/>
            <p:nvPr/>
          </p:nvGrpSpPr>
          <p:grpSpPr>
            <a:xfrm>
              <a:off x="11300644" y="6656119"/>
              <a:ext cx="690604" cy="684064"/>
              <a:chOff x="922489" y="3726118"/>
              <a:chExt cx="690604" cy="68406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7FCC0FB9-47AF-3238-FD96-AFDC0B099D23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B9A536FB-77EE-7C99-D8CE-C99EDB74B108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8840BDE3-CA41-BF23-FD8D-225BBEFFD9B1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3DB72734-BBBE-7E9A-2D25-F6BE94F4EDE0}"/>
                </a:ext>
              </a:extLst>
            </p:cNvPr>
            <p:cNvGrpSpPr/>
            <p:nvPr/>
          </p:nvGrpSpPr>
          <p:grpSpPr>
            <a:xfrm>
              <a:off x="11656137" y="6841754"/>
              <a:ext cx="395612" cy="326683"/>
              <a:chOff x="1267791" y="3734416"/>
              <a:chExt cx="395612" cy="326683"/>
            </a:xfrm>
          </p:grpSpPr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FF6189A9-A4AC-6F86-B510-6BF9F6B4E8BA}"/>
                  </a:ext>
                </a:extLst>
              </p:cNvPr>
              <p:cNvCxnSpPr>
                <a:cxnSpLocks/>
                <a:endCxn id="5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9FA0F547-C9E5-5CA3-F469-F26BC2295A8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55" name="평행 사변형 54">
                  <a:extLst>
                    <a:ext uri="{FF2B5EF4-FFF2-40B4-BE49-F238E27FC236}">
                      <a16:creationId xmlns:a16="http://schemas.microsoft.com/office/drawing/2014/main" id="{8C190ADE-22B5-6C7A-A040-B32D90E909BA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56" name="평행 사변형 55">
                  <a:extLst>
                    <a:ext uri="{FF2B5EF4-FFF2-40B4-BE49-F238E27FC236}">
                      <a16:creationId xmlns:a16="http://schemas.microsoft.com/office/drawing/2014/main" id="{929F4A5E-2526-49C3-D7FF-F79DF62056BD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947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E8E4-02DF-0CBE-3C50-587BAC9C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3CF292FE-C1E8-6D2E-210C-AFFB3B6E54A8}"/>
              </a:ext>
            </a:extLst>
          </p:cNvPr>
          <p:cNvSpPr/>
          <p:nvPr/>
        </p:nvSpPr>
        <p:spPr>
          <a:xfrm>
            <a:off x="0" y="1013792"/>
            <a:ext cx="21599525" cy="5950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064C9-CF06-E21E-6113-58D4D6275A29}"/>
              </a:ext>
            </a:extLst>
          </p:cNvPr>
          <p:cNvSpPr txBox="1"/>
          <p:nvPr/>
        </p:nvSpPr>
        <p:spPr>
          <a:xfrm>
            <a:off x="1544349" y="-73896"/>
            <a:ext cx="4590312" cy="6924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5000" b="1" dirty="0">
                <a:solidFill>
                  <a:srgbClr val="45B7D1"/>
                </a:solidFill>
              </a:rPr>
              <a:t>C</a:t>
            </a:r>
            <a:endParaRPr lang="ko-KR" altLang="en-US" sz="45000" b="1" dirty="0">
              <a:solidFill>
                <a:srgbClr val="78206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0A3F4-FD85-8B13-592A-CBF6F78B778A}"/>
              </a:ext>
            </a:extLst>
          </p:cNvPr>
          <p:cNvSpPr txBox="1"/>
          <p:nvPr/>
        </p:nvSpPr>
        <p:spPr>
          <a:xfrm>
            <a:off x="11904381" y="-33487"/>
            <a:ext cx="4314944" cy="6924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5000" b="1" dirty="0">
                <a:solidFill>
                  <a:srgbClr val="78206E"/>
                </a:solidFill>
              </a:rPr>
              <a:t>L</a:t>
            </a:r>
            <a:endParaRPr lang="ko-KR" altLang="en-US" sz="45000" b="1" dirty="0">
              <a:solidFill>
                <a:srgbClr val="78206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00A97-AA07-8598-4988-69928CD1720B}"/>
              </a:ext>
            </a:extLst>
          </p:cNvPr>
          <p:cNvSpPr txBox="1"/>
          <p:nvPr/>
        </p:nvSpPr>
        <p:spPr>
          <a:xfrm>
            <a:off x="5363357" y="-73896"/>
            <a:ext cx="3953884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45000" b="1" dirty="0">
                <a:solidFill>
                  <a:srgbClr val="2D5DA1"/>
                </a:solidFill>
              </a:rPr>
              <a:t>B</a:t>
            </a:r>
            <a:endParaRPr lang="ko-KR" altLang="en-US" sz="4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77A3E-0D46-A0F8-A39E-5713223FC1A3}"/>
              </a:ext>
            </a:extLst>
          </p:cNvPr>
          <p:cNvSpPr txBox="1"/>
          <p:nvPr/>
        </p:nvSpPr>
        <p:spPr>
          <a:xfrm>
            <a:off x="8529267" y="-73896"/>
            <a:ext cx="3250890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45000" b="1" dirty="0">
                <a:solidFill>
                  <a:srgbClr val="F2AA84"/>
                </a:solidFill>
              </a:rPr>
              <a:t>R</a:t>
            </a:r>
            <a:endParaRPr lang="ko-KR" altLang="en-US" sz="4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2F2A82-329C-EB2B-21B3-2AD760074AC8}"/>
              </a:ext>
            </a:extLst>
          </p:cNvPr>
          <p:cNvSpPr txBox="1"/>
          <p:nvPr/>
        </p:nvSpPr>
        <p:spPr>
          <a:xfrm>
            <a:off x="6342423" y="649408"/>
            <a:ext cx="4541462" cy="420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@ </a:t>
            </a:r>
            <a:r>
              <a:rPr lang="en-US" altLang="ko-KR" sz="2400" dirty="0" err="1"/>
              <a:t>SejoonLee</a:t>
            </a:r>
            <a:r>
              <a:rPr lang="en-US" altLang="ko-KR" sz="2400" dirty="0"/>
              <a:t> | SHUBH PMC</a:t>
            </a:r>
          </a:p>
        </p:txBody>
      </p:sp>
      <p:sp>
        <p:nvSpPr>
          <p:cNvPr id="17" name="화살표: 오각형 16">
            <a:extLst>
              <a:ext uri="{FF2B5EF4-FFF2-40B4-BE49-F238E27FC236}">
                <a16:creationId xmlns:a16="http://schemas.microsoft.com/office/drawing/2014/main" id="{00801F26-3201-DEB9-F306-139FC581960C}"/>
              </a:ext>
            </a:extLst>
          </p:cNvPr>
          <p:cNvSpPr/>
          <p:nvPr/>
        </p:nvSpPr>
        <p:spPr>
          <a:xfrm>
            <a:off x="988281" y="5472506"/>
            <a:ext cx="13808730" cy="37170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15608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 dirty="0">
              <a:latin typeface="Aptos" panose="020B0004020202020204" pitchFamily="34" charset="0"/>
            </a:endParaRPr>
          </a:p>
        </p:txBody>
      </p:sp>
      <p:sp>
        <p:nvSpPr>
          <p:cNvPr id="18" name="화살표: 갈매기형 수장 17">
            <a:extLst>
              <a:ext uri="{FF2B5EF4-FFF2-40B4-BE49-F238E27FC236}">
                <a16:creationId xmlns:a16="http://schemas.microsoft.com/office/drawing/2014/main" id="{CE6460E5-6E9A-0F91-72B4-605D82C41C0D}"/>
              </a:ext>
            </a:extLst>
          </p:cNvPr>
          <p:cNvSpPr/>
          <p:nvPr/>
        </p:nvSpPr>
        <p:spPr>
          <a:xfrm>
            <a:off x="14727348" y="5471385"/>
            <a:ext cx="1763649" cy="372823"/>
          </a:xfrm>
          <a:prstGeom prst="chevron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F52334A2-A71D-B8A5-8533-0BB06993D921}"/>
              </a:ext>
            </a:extLst>
          </p:cNvPr>
          <p:cNvSpPr/>
          <p:nvPr/>
        </p:nvSpPr>
        <p:spPr>
          <a:xfrm>
            <a:off x="16454046" y="5478914"/>
            <a:ext cx="5614602" cy="372823"/>
          </a:xfrm>
          <a:prstGeom prst="chevron">
            <a:avLst/>
          </a:prstGeom>
          <a:gradFill flip="none" rotWithShape="1">
            <a:gsLst>
              <a:gs pos="0">
                <a:srgbClr val="156082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43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DB60164-6F2C-7190-0055-6765F4C8B88A}"/>
              </a:ext>
            </a:extLst>
          </p:cNvPr>
          <p:cNvGrpSpPr/>
          <p:nvPr/>
        </p:nvGrpSpPr>
        <p:grpSpPr>
          <a:xfrm>
            <a:off x="15302735" y="5128215"/>
            <a:ext cx="760246" cy="908194"/>
            <a:chOff x="7812823" y="6484044"/>
            <a:chExt cx="690604" cy="82499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AA9AE817-D77D-B251-5CB4-DC42D99DC1B4}"/>
                </a:ext>
              </a:extLst>
            </p:cNvPr>
            <p:cNvGrpSpPr/>
            <p:nvPr/>
          </p:nvGrpSpPr>
          <p:grpSpPr>
            <a:xfrm>
              <a:off x="7812823" y="6624979"/>
              <a:ext cx="690604" cy="684064"/>
              <a:chOff x="922489" y="3726118"/>
              <a:chExt cx="690604" cy="684064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11D7BDAC-8DAC-5352-459F-E2D509505557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BA835BF4-035E-0CA0-A043-078972347B69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5031F41E-2026-B3D6-95B1-29FE1C253FFA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D2BFE27-B710-2FB3-6761-F76AD8327A05}"/>
                </a:ext>
              </a:extLst>
            </p:cNvPr>
            <p:cNvGrpSpPr/>
            <p:nvPr/>
          </p:nvGrpSpPr>
          <p:grpSpPr>
            <a:xfrm>
              <a:off x="8068987" y="6484044"/>
              <a:ext cx="395612" cy="326683"/>
              <a:chOff x="1267791" y="3734416"/>
              <a:chExt cx="395612" cy="326683"/>
            </a:xfrm>
          </p:grpSpPr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BE21EAA7-EC3A-F1C1-2A8F-5EEDEA52D77B}"/>
                  </a:ext>
                </a:extLst>
              </p:cNvPr>
              <p:cNvCxnSpPr>
                <a:cxnSpLocks/>
                <a:endCxn id="2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C165608F-B7A6-E559-65C6-2AF0437F0EB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25" name="평행 사변형 24">
                  <a:extLst>
                    <a:ext uri="{FF2B5EF4-FFF2-40B4-BE49-F238E27FC236}">
                      <a16:creationId xmlns:a16="http://schemas.microsoft.com/office/drawing/2014/main" id="{79F9A7C3-52BA-32CA-E394-70740E7A2AE7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26" name="평행 사변형 25">
                  <a:extLst>
                    <a:ext uri="{FF2B5EF4-FFF2-40B4-BE49-F238E27FC236}">
                      <a16:creationId xmlns:a16="http://schemas.microsoft.com/office/drawing/2014/main" id="{8A63056A-7B51-5FC2-0BE8-C8B719F71FE8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A1A4F45-A3E4-D565-3EF6-143FEAD877B6}"/>
              </a:ext>
            </a:extLst>
          </p:cNvPr>
          <p:cNvGrpSpPr/>
          <p:nvPr/>
        </p:nvGrpSpPr>
        <p:grpSpPr>
          <a:xfrm>
            <a:off x="17379453" y="5231145"/>
            <a:ext cx="760765" cy="811434"/>
            <a:chOff x="9460968" y="6571940"/>
            <a:chExt cx="691076" cy="737103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52FB84C4-DA79-7B65-DC95-26CDB812D33B}"/>
                </a:ext>
              </a:extLst>
            </p:cNvPr>
            <p:cNvGrpSpPr/>
            <p:nvPr/>
          </p:nvGrpSpPr>
          <p:grpSpPr>
            <a:xfrm rot="1939417">
              <a:off x="9460968" y="6624979"/>
              <a:ext cx="690604" cy="684064"/>
              <a:chOff x="922489" y="3726118"/>
              <a:chExt cx="690604" cy="684064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7DC92E14-FA9C-968B-D03B-B0CB3D688FA2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91A62620-9B98-8DAE-3836-3C3E2FC16E07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B36A7796-5D13-BCDF-A2E0-4354632A3E71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ABB1D56-6486-6871-7A33-9CC82E22BFAF}"/>
                </a:ext>
              </a:extLst>
            </p:cNvPr>
            <p:cNvGrpSpPr/>
            <p:nvPr/>
          </p:nvGrpSpPr>
          <p:grpSpPr>
            <a:xfrm>
              <a:off x="9756432" y="6571940"/>
              <a:ext cx="395612" cy="326683"/>
              <a:chOff x="1267791" y="3734416"/>
              <a:chExt cx="395612" cy="326683"/>
            </a:xfrm>
          </p:grpSpPr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734421B9-76A7-DAA9-7A40-EDACF079AFEA}"/>
                  </a:ext>
                </a:extLst>
              </p:cNvPr>
              <p:cNvCxnSpPr>
                <a:cxnSpLocks/>
                <a:endCxn id="3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B288B255-42B5-6539-978A-9A28A0A2CD6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35" name="평행 사변형 34">
                  <a:extLst>
                    <a:ext uri="{FF2B5EF4-FFF2-40B4-BE49-F238E27FC236}">
                      <a16:creationId xmlns:a16="http://schemas.microsoft.com/office/drawing/2014/main" id="{E3620591-6CD4-9169-3D20-95CCEF27DD6A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36" name="평행 사변형 35">
                  <a:extLst>
                    <a:ext uri="{FF2B5EF4-FFF2-40B4-BE49-F238E27FC236}">
                      <a16:creationId xmlns:a16="http://schemas.microsoft.com/office/drawing/2014/main" id="{79D265B9-A552-3CBD-9C68-EF469739DD03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C995962-EC22-1663-9135-6F63AE7F11D6}"/>
              </a:ext>
            </a:extLst>
          </p:cNvPr>
          <p:cNvGrpSpPr/>
          <p:nvPr/>
        </p:nvGrpSpPr>
        <p:grpSpPr>
          <a:xfrm>
            <a:off x="20705488" y="5289314"/>
            <a:ext cx="813907" cy="753046"/>
            <a:chOff x="13458868" y="6733722"/>
            <a:chExt cx="739349" cy="684064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7B8AA931-5C43-6414-3C96-4AD87FB404CF}"/>
                </a:ext>
              </a:extLst>
            </p:cNvPr>
            <p:cNvGrpSpPr/>
            <p:nvPr/>
          </p:nvGrpSpPr>
          <p:grpSpPr>
            <a:xfrm>
              <a:off x="13458868" y="6733722"/>
              <a:ext cx="690604" cy="684064"/>
              <a:chOff x="922489" y="3726118"/>
              <a:chExt cx="690604" cy="68406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0ED1485A-3018-8F90-391E-10F9D361F998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931FC2FD-E91E-9999-F70A-D131A476D679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DDA5D9FB-11A9-9583-7F98-37FB3CE0DF0A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3D9E95CD-BDE9-5C30-2F31-3E61DD94EF5A}"/>
                </a:ext>
              </a:extLst>
            </p:cNvPr>
            <p:cNvGrpSpPr/>
            <p:nvPr/>
          </p:nvGrpSpPr>
          <p:grpSpPr>
            <a:xfrm>
              <a:off x="13802605" y="6747730"/>
              <a:ext cx="395612" cy="326683"/>
              <a:chOff x="1267791" y="3734416"/>
              <a:chExt cx="395612" cy="326683"/>
            </a:xfrm>
          </p:grpSpPr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997D0157-4F18-9D3A-7AA6-9EDD7FA86398}"/>
                  </a:ext>
                </a:extLst>
              </p:cNvPr>
              <p:cNvCxnSpPr>
                <a:cxnSpLocks/>
                <a:endCxn id="4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99196E81-93E3-6181-C28C-DF7AEB38F10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45" name="평행 사변형 44">
                  <a:extLst>
                    <a:ext uri="{FF2B5EF4-FFF2-40B4-BE49-F238E27FC236}">
                      <a16:creationId xmlns:a16="http://schemas.microsoft.com/office/drawing/2014/main" id="{129A788B-E4C6-9A95-92B9-FEC509F43795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46" name="평행 사변형 45">
                  <a:extLst>
                    <a:ext uri="{FF2B5EF4-FFF2-40B4-BE49-F238E27FC236}">
                      <a16:creationId xmlns:a16="http://schemas.microsoft.com/office/drawing/2014/main" id="{00C31872-FB99-48FB-14BA-9293A0D3EB02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52BFB2B-46AB-2C83-0A04-0D1232034097}"/>
              </a:ext>
            </a:extLst>
          </p:cNvPr>
          <p:cNvGrpSpPr/>
          <p:nvPr/>
        </p:nvGrpSpPr>
        <p:grpSpPr>
          <a:xfrm>
            <a:off x="19178394" y="5287772"/>
            <a:ext cx="826848" cy="753046"/>
            <a:chOff x="11300644" y="6656119"/>
            <a:chExt cx="751105" cy="684064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1820B60D-E74F-0ACD-DC7A-87B60BDBCF3A}"/>
                </a:ext>
              </a:extLst>
            </p:cNvPr>
            <p:cNvGrpSpPr/>
            <p:nvPr/>
          </p:nvGrpSpPr>
          <p:grpSpPr>
            <a:xfrm>
              <a:off x="11300644" y="6656119"/>
              <a:ext cx="690604" cy="684064"/>
              <a:chOff x="922489" y="3726118"/>
              <a:chExt cx="690604" cy="68406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04B2BDCD-D037-769F-DABA-3BD7D5716A2A}"/>
                  </a:ext>
                </a:extLst>
              </p:cNvPr>
              <p:cNvSpPr/>
              <p:nvPr/>
            </p:nvSpPr>
            <p:spPr>
              <a:xfrm>
                <a:off x="922489" y="3726118"/>
                <a:ext cx="690604" cy="68406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>
                  <a:latin typeface="Aptos" panose="020B0004020202020204" pitchFamily="34" charset="0"/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F236B144-70E5-39AF-A08C-1DA1400BB1A5}"/>
                  </a:ext>
                </a:extLst>
              </p:cNvPr>
              <p:cNvSpPr/>
              <p:nvPr/>
            </p:nvSpPr>
            <p:spPr>
              <a:xfrm>
                <a:off x="1033791" y="3834150"/>
                <a:ext cx="468000" cy="468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FF35CAE4-5124-58B7-C4AC-E0F66BA6C7AA}"/>
                  </a:ext>
                </a:extLst>
              </p:cNvPr>
              <p:cNvSpPr/>
              <p:nvPr/>
            </p:nvSpPr>
            <p:spPr>
              <a:xfrm>
                <a:off x="1177791" y="3978150"/>
                <a:ext cx="180000" cy="1800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43" dirty="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3E863F08-0E15-B24E-77C7-A6043AD57F59}"/>
                </a:ext>
              </a:extLst>
            </p:cNvPr>
            <p:cNvGrpSpPr/>
            <p:nvPr/>
          </p:nvGrpSpPr>
          <p:grpSpPr>
            <a:xfrm>
              <a:off x="11656137" y="6841754"/>
              <a:ext cx="395612" cy="326683"/>
              <a:chOff x="1267791" y="3734416"/>
              <a:chExt cx="395612" cy="326683"/>
            </a:xfrm>
          </p:grpSpPr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565C3A32-E722-42FE-21C7-5EDD227DBA7B}"/>
                  </a:ext>
                </a:extLst>
              </p:cNvPr>
              <p:cNvCxnSpPr>
                <a:cxnSpLocks/>
                <a:endCxn id="55" idx="4"/>
              </p:cNvCxnSpPr>
              <p:nvPr/>
            </p:nvCxnSpPr>
            <p:spPr>
              <a:xfrm flipV="1">
                <a:off x="1267791" y="3815079"/>
                <a:ext cx="250188" cy="246020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79450917-1C63-C115-830A-A835F848A70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71505" y="3734416"/>
                <a:ext cx="291898" cy="160546"/>
                <a:chOff x="1588076" y="5178415"/>
                <a:chExt cx="1044944" cy="574726"/>
              </a:xfrm>
            </p:grpSpPr>
            <p:sp>
              <p:nvSpPr>
                <p:cNvPr id="55" name="평행 사변형 54">
                  <a:extLst>
                    <a:ext uri="{FF2B5EF4-FFF2-40B4-BE49-F238E27FC236}">
                      <a16:creationId xmlns:a16="http://schemas.microsoft.com/office/drawing/2014/main" id="{80EDBC8C-D5D5-56FC-E8A6-B8F663ACC36B}"/>
                    </a:ext>
                  </a:extLst>
                </p:cNvPr>
                <p:cNvSpPr/>
                <p:nvPr/>
              </p:nvSpPr>
              <p:spPr>
                <a:xfrm rot="19072572">
                  <a:off x="1588076" y="5178415"/>
                  <a:ext cx="826293" cy="331586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56" name="평행 사변형 55">
                  <a:extLst>
                    <a:ext uri="{FF2B5EF4-FFF2-40B4-BE49-F238E27FC236}">
                      <a16:creationId xmlns:a16="http://schemas.microsoft.com/office/drawing/2014/main" id="{B7E2AC22-F52E-5CBF-4D00-54C6FEE3EB4D}"/>
                    </a:ext>
                  </a:extLst>
                </p:cNvPr>
                <p:cNvSpPr/>
                <p:nvPr/>
              </p:nvSpPr>
              <p:spPr>
                <a:xfrm rot="19072572" flipV="1">
                  <a:off x="1806727" y="5415377"/>
                  <a:ext cx="826293" cy="337764"/>
                </a:xfrm>
                <a:prstGeom prst="parallelogram">
                  <a:avLst>
                    <a:gd name="adj" fmla="val 88848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43">
                    <a:latin typeface="Aptos" panose="020B00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88681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1D3FD-013B-DD5B-13BD-DA01050BF353}"/>
              </a:ext>
            </a:extLst>
          </p:cNvPr>
          <p:cNvSpPr txBox="1"/>
          <p:nvPr/>
        </p:nvSpPr>
        <p:spPr>
          <a:xfrm>
            <a:off x="1544349" y="-73896"/>
            <a:ext cx="4590312" cy="6924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5000" b="1" dirty="0">
                <a:solidFill>
                  <a:srgbClr val="45B7D1"/>
                </a:solidFill>
              </a:rPr>
              <a:t>C</a:t>
            </a:r>
            <a:endParaRPr lang="ko-KR" altLang="en-US" sz="45000" b="1" dirty="0">
              <a:solidFill>
                <a:srgbClr val="78206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4ED79-7700-C21B-48C5-F654152D196E}"/>
              </a:ext>
            </a:extLst>
          </p:cNvPr>
          <p:cNvSpPr txBox="1"/>
          <p:nvPr/>
        </p:nvSpPr>
        <p:spPr>
          <a:xfrm>
            <a:off x="11904381" y="-33487"/>
            <a:ext cx="4314944" cy="6924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5000" b="1" dirty="0">
                <a:solidFill>
                  <a:srgbClr val="78206E"/>
                </a:solidFill>
              </a:rPr>
              <a:t>L</a:t>
            </a:r>
            <a:endParaRPr lang="ko-KR" altLang="en-US" sz="45000" b="1" dirty="0">
              <a:solidFill>
                <a:srgbClr val="78206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D2641-1089-2511-307C-6C2892806BB0}"/>
              </a:ext>
            </a:extLst>
          </p:cNvPr>
          <p:cNvSpPr txBox="1"/>
          <p:nvPr/>
        </p:nvSpPr>
        <p:spPr>
          <a:xfrm>
            <a:off x="5363357" y="-73896"/>
            <a:ext cx="3953884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45000" b="1" dirty="0">
                <a:solidFill>
                  <a:srgbClr val="2D5DA1"/>
                </a:solidFill>
              </a:rPr>
              <a:t>B</a:t>
            </a:r>
            <a:endParaRPr lang="ko-KR" altLang="en-US" sz="4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2AC90-712D-4D89-B70D-1BA8F4212845}"/>
              </a:ext>
            </a:extLst>
          </p:cNvPr>
          <p:cNvSpPr txBox="1"/>
          <p:nvPr/>
        </p:nvSpPr>
        <p:spPr>
          <a:xfrm>
            <a:off x="8529267" y="-73896"/>
            <a:ext cx="3250890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45000" b="1" dirty="0">
                <a:solidFill>
                  <a:srgbClr val="F2AA84"/>
                </a:solidFill>
              </a:rPr>
              <a:t>R</a:t>
            </a:r>
            <a:endParaRPr lang="ko-KR" altLang="en-US" sz="4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37F9F-4BD8-3C4D-0087-8BD98A26376D}"/>
              </a:ext>
            </a:extLst>
          </p:cNvPr>
          <p:cNvSpPr txBox="1"/>
          <p:nvPr/>
        </p:nvSpPr>
        <p:spPr>
          <a:xfrm>
            <a:off x="2417916" y="4653887"/>
            <a:ext cx="2433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Clinical bioinformatics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889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BB235-655D-5FA8-299E-D149EEE2C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8FA63D-37A3-A980-4707-2B7DB1BB83A0}"/>
              </a:ext>
            </a:extLst>
          </p:cNvPr>
          <p:cNvSpPr txBox="1"/>
          <p:nvPr/>
        </p:nvSpPr>
        <p:spPr>
          <a:xfrm>
            <a:off x="1294967" y="259237"/>
            <a:ext cx="4590312" cy="69249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5000" b="1" i="1" dirty="0">
                <a:solidFill>
                  <a:srgbClr val="45B7D1"/>
                </a:solidFill>
              </a:rPr>
              <a:t>C</a:t>
            </a:r>
            <a:endParaRPr lang="ko-KR" altLang="en-US" sz="45000" b="1" i="1" dirty="0">
              <a:solidFill>
                <a:srgbClr val="78206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20850-C1F8-9197-9086-B15A54CA85D9}"/>
              </a:ext>
            </a:extLst>
          </p:cNvPr>
          <p:cNvSpPr txBox="1"/>
          <p:nvPr/>
        </p:nvSpPr>
        <p:spPr>
          <a:xfrm>
            <a:off x="5333780" y="313830"/>
            <a:ext cx="3739703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45000" b="1" i="1" dirty="0">
                <a:solidFill>
                  <a:srgbClr val="2D5DA1"/>
                </a:solidFill>
              </a:rPr>
              <a:t>B</a:t>
            </a:r>
            <a:endParaRPr lang="ko-KR" altLang="en-US" sz="450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686CF-F414-5E76-2E27-5155C7BEB2E9}"/>
              </a:ext>
            </a:extLst>
          </p:cNvPr>
          <p:cNvSpPr txBox="1"/>
          <p:nvPr/>
        </p:nvSpPr>
        <p:spPr>
          <a:xfrm>
            <a:off x="10159618" y="313828"/>
            <a:ext cx="9343033" cy="6924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45000" i="1" dirty="0">
                <a:solidFill>
                  <a:srgbClr val="78206E"/>
                </a:solidFill>
              </a:rPr>
              <a:t>Lab</a:t>
            </a:r>
            <a:endParaRPr lang="ko-KR" altLang="en-US" sz="45000" i="1" dirty="0">
              <a:solidFill>
                <a:srgbClr val="78206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7A2F4-F71D-E02C-4CD8-AD8628A70367}"/>
              </a:ext>
            </a:extLst>
          </p:cNvPr>
          <p:cNvSpPr txBox="1"/>
          <p:nvPr/>
        </p:nvSpPr>
        <p:spPr>
          <a:xfrm>
            <a:off x="7593749" y="1878643"/>
            <a:ext cx="3739703" cy="48782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31700" b="1" i="1" dirty="0">
                <a:solidFill>
                  <a:srgbClr val="F2AA84"/>
                </a:solidFill>
              </a:rPr>
              <a:t>i</a:t>
            </a:r>
            <a:endParaRPr lang="ko-KR" altLang="en-US" sz="31700" i="1" dirty="0">
              <a:solidFill>
                <a:srgbClr val="F2AA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53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96A8-D6B6-4395-C15D-BFB49FDC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3DAFC-212C-3DB4-E39F-1BB556E70AB6}"/>
              </a:ext>
            </a:extLst>
          </p:cNvPr>
          <p:cNvSpPr txBox="1"/>
          <p:nvPr/>
        </p:nvSpPr>
        <p:spPr>
          <a:xfrm>
            <a:off x="139200" y="2031242"/>
            <a:ext cx="2494552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4000" b="1" i="1" dirty="0">
                <a:solidFill>
                  <a:srgbClr val="45B7D1"/>
                </a:solidFill>
              </a:rPr>
              <a:t>C</a:t>
            </a:r>
            <a:endParaRPr lang="ko-KR" altLang="en-US" sz="24000" b="1" i="1" dirty="0">
              <a:solidFill>
                <a:srgbClr val="78206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CFE7E-2755-F825-435D-B99FA3C773E4}"/>
              </a:ext>
            </a:extLst>
          </p:cNvPr>
          <p:cNvSpPr txBox="1"/>
          <p:nvPr/>
        </p:nvSpPr>
        <p:spPr>
          <a:xfrm>
            <a:off x="9875322" y="2041230"/>
            <a:ext cx="2494552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0" b="1" i="1" dirty="0">
                <a:solidFill>
                  <a:srgbClr val="2D5DA1"/>
                </a:solidFill>
              </a:rPr>
              <a:t>B</a:t>
            </a:r>
            <a:endParaRPr lang="ko-KR" altLang="en-US" sz="240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143D4-ED32-E53A-8D8D-338D7A945F9A}"/>
              </a:ext>
            </a:extLst>
          </p:cNvPr>
          <p:cNvSpPr txBox="1"/>
          <p:nvPr/>
        </p:nvSpPr>
        <p:spPr>
          <a:xfrm>
            <a:off x="11543710" y="2510793"/>
            <a:ext cx="2830496" cy="3077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0000" b="1" i="1" dirty="0">
                <a:solidFill>
                  <a:srgbClr val="F2AA84"/>
                </a:solidFill>
              </a:rPr>
              <a:t>io</a:t>
            </a:r>
            <a:endParaRPr lang="ko-KR" altLang="en-US" sz="20000" i="1" dirty="0">
              <a:solidFill>
                <a:srgbClr val="F2AA8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E6A15-9EEF-55D3-DC7B-656681EAB34C}"/>
              </a:ext>
            </a:extLst>
          </p:cNvPr>
          <p:cNvSpPr txBox="1"/>
          <p:nvPr/>
        </p:nvSpPr>
        <p:spPr>
          <a:xfrm>
            <a:off x="2212620" y="2512016"/>
            <a:ext cx="7662702" cy="3077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0000" b="1" i="1" dirty="0">
                <a:solidFill>
                  <a:srgbClr val="F2AA84"/>
                </a:solidFill>
              </a:rPr>
              <a:t>linical</a:t>
            </a:r>
            <a:endParaRPr lang="ko-KR" altLang="en-US" sz="20000" b="1" i="1" dirty="0">
              <a:solidFill>
                <a:srgbClr val="F2AA8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58B64-D425-2136-FBF6-1AD2C919F91B}"/>
              </a:ext>
            </a:extLst>
          </p:cNvPr>
          <p:cNvSpPr txBox="1"/>
          <p:nvPr/>
        </p:nvSpPr>
        <p:spPr>
          <a:xfrm>
            <a:off x="14144680" y="2041230"/>
            <a:ext cx="1749630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0" b="1" i="1" dirty="0">
                <a:solidFill>
                  <a:srgbClr val="78206E"/>
                </a:solidFill>
              </a:rPr>
              <a:t>I</a:t>
            </a:r>
            <a:endParaRPr lang="ko-KR" altLang="en-US" sz="24000" i="1" dirty="0">
              <a:solidFill>
                <a:srgbClr val="78206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7F089-FA8A-8DD0-6CD2-C9FC3A5F0CB5}"/>
              </a:ext>
            </a:extLst>
          </p:cNvPr>
          <p:cNvSpPr txBox="1"/>
          <p:nvPr/>
        </p:nvSpPr>
        <p:spPr>
          <a:xfrm>
            <a:off x="15093637" y="2510793"/>
            <a:ext cx="13005633" cy="3077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0000" b="1" i="1" dirty="0">
                <a:solidFill>
                  <a:srgbClr val="F2AA84"/>
                </a:solidFill>
              </a:rPr>
              <a:t>nformatics</a:t>
            </a:r>
            <a:endParaRPr lang="ko-KR" altLang="en-US" sz="20000" i="1" dirty="0">
              <a:solidFill>
                <a:srgbClr val="F2AA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608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917</TotalTime>
  <Words>36</Words>
  <Application>Microsoft Office PowerPoint</Application>
  <PresentationFormat>사용자 지정</PresentationFormat>
  <Paragraphs>27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jinok lee</dc:creator>
  <cp:lastModifiedBy>jinok lee</cp:lastModifiedBy>
  <cp:revision>5</cp:revision>
  <dcterms:created xsi:type="dcterms:W3CDTF">2025-11-11T14:09:59Z</dcterms:created>
  <dcterms:modified xsi:type="dcterms:W3CDTF">2025-11-14T03:14:12Z</dcterms:modified>
</cp:coreProperties>
</file>